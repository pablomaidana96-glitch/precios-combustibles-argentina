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 PARA ECONOMÍA Y NEGOCIOS — FCE-UBA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precios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combustibles en Argentina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Nafta súper (92–95 RON) · Argentina 2025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371600" cy="36576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  ·   Entrega Final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Giganti · Maidana · Tannenbaum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trabajo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buscamos explicar?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principal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de los combustibles presentan diferencias significativas entre provincias y regiones de Argentina, explicadas por factores como la distancia a los centros de refinación, el nivel de competencia local y las diferencias impositivas provinciales.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complementaria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3347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estaciones más alejadas de los centros de refinación deberían tener precios más altos por mayores costos logísticos. Sin embargo, los datos muestran lo contrario: Patagonia, la región más alejada, tiene los precios más bajos. Esto sugiere que las exenciones impositivas provinciales superan al efecto logístico.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aplicada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703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ANOVA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 si las diferencias entre regiones son estadísticamente significativas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3552" y="36576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03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Regresión lineal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 el efecto de región, marca y distancia sobre el precio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9904" y="36576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703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Variación interanual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9632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si las diferencias regionales son estables en el tiempo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base de datos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Energía — Resolución 314/2016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10.186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limpios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54880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03720" y="114300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1887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903720" y="17190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analizado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utilizadas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651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574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6517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en $/litro — variable dependiente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0358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/ región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5740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03580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en 5 regiones geográficas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198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empresabandera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57400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419856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(YPF, Shell, Axion, etc.)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80390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dist_refineria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57400" y="3803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constr.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3803904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km a refinería más cercana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87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/ anio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5740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418795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análisis de variación interanual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6344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651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Bs. As., CABA, Córdoba, Santa Fe, Entre Ríos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30358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Chaco, Corrientes, Formosa, Misiones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663440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4198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Jujuy, Salta, Tucumán, Catamarca, La Rioja, Stgo. del Estero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63440" y="3803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Cuyo/Comahue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38039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Mendoza, San Juan, San Luis, Neuquén, La Pampa, Río Negro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418795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Chubut, Santa Cruz, Tierra del Fuego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descriptivas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Post-limpieza · Nafta súper 2025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$1.355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$1.299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06040" y="1627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desvío estándar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143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903720" y="16276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coef. variación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 por región (post-limpieza, n = 10.186)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Desvío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Cuyo/Comahue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Patagonia es la región más barata ($1.110) y NEA la más cara ($1.421), una diferencia del 28%. El coeficiente de variación del 13,2% indica que los precios no están tan dispersos dentro de cada región, sino que las diferencias son principalmente entre regiones.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comunicacional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promedio por región vs. promedio nacional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pic>
        <p:nvPicPr>
          <p:cNvPr id="5" name="Image 0" descr="/home/claude/grafico_comunicacional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exploratoria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precios por provincia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pic>
        <p:nvPicPr>
          <p:cNvPr id="5" name="Image 0" descr="/home/claude/grafico_exploratorio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faltantes y outliers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limpieza y decisiones tomadas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tipeo en precios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detectaron 1.020 registros con precios superiores a $5.000/litro (ej: $17.990.000). Son errores de carga donde se omitió el punto decimal. Se eliminaron por estar fuera de cualquier rango razonable para 2025.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fuera de rango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aplicó un filtro de $800–$2.500/litro, consistente con los valores reales de nafta súper en 2025. Registros fuera de este rango representan errores o precios de períodos distintos.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faltantes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estaciones no contaban con datos de latitud/longitud. Se eliminaron ya que la variable de distancia a refinería requiere coordenadas para su cálculo.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15.206 registros originales → 10.186 registros limpios (eliminación del 33%)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diferencias entre regiones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¿Son estadísticamente significativas las diferencias de precio?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p-valor &lt; 2×10⁻¹⁶  →  Rechazamos H₀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904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confirma que los precios no son iguales en todas las regiones — hay diferencias reales entre ellas (F = 599,6; gl = 4).</a:t>
            </a:r>
            <a:endParaRPr lang="en-US" sz="1100" dirty="0"/>
          </a:p>
        </p:txBody>
      </p:sp>
      <p:pic>
        <p:nvPicPr>
          <p:cNvPr id="8" name="Image 0" descr="/home/claude/grafico_anov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57400"/>
            <a:ext cx="45720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208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post-hoc de Tukey (95%)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377440"/>
          <a:ext cx="3474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 vs. Centro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0.97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difieren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 vs. Centro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Difieren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Cuyo/Comahue vs. Centro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Difieren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 vs. Centro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Difieren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 vs. Cuyo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Difieren 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212080" y="393192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49240" y="3977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y Centro tienen precios muy parecidos (p = 0.97), probablemente porque comparten condiciones impositivas similares.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múltiple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~ región + marca + distancia a refinería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explica el 25% de la variación en precios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2,2×10⁻¹⁶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 su conjunto es significativo (F = 275)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88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dependiente: precio ($/litro)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región Centro · marca AXION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principales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Coeficiente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Intercepto (Centro + AXION)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+$1.402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base estimado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−$284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 con mayor exención impositiva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Cuyo/Comahue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−$172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Segunda región con menores precios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Precios algo menores que Centro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0,016 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a Centro (confirma test Tukey)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YPF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−$76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con menores precios en promedio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con mayores precios en promedio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 por debajo del promedio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 a refinería (km)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+$0,001/km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0,001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positivo pero pequeño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interanual por región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diferencias regionales son estables en el tiempo?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pic>
        <p:nvPicPr>
          <p:cNvPr id="5" name="Image 0" descr="/home/claude/grafico_variacion_interanu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interanual (%)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417320"/>
          <a:ext cx="27432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48640"/>
                <a:gridCol w="548640"/>
                <a:gridCol w="548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Cuyo/Comahue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Patagonia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0" y="324612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 Centro registró una caída del 79% mientras el resto de las regiones subió fuertemente. Esto sugiere un cambio puntual en los precios de esa región que requiere más investigación.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comprueban las hipótesis planteadas?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8F1FB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H. principal confirmada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ANOVA (F = 599,6; p &lt; 2×10⁻¹⁶) confirma que las diferencias de precios entre regiones son estadísticamente significativas. El test de Tukey identifica que todas las regiones difieren entre sí, excepto NEA y Centro.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04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H. complementaria: resultado inesperado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6791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regresión muestra que Patagonia (−$284 vs. Centro) y Cuyo/Comahue (−$172) tienen los precios más bajos — no los más altos como se esperaba. La distancia a la refinería tiene efecto positivo pero pequeño. Las regiones más alejadas pagan menos, probablemente por exenciones impositivas que compensan el costo logístico.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EF9EC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753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Diferencias son estructurales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49624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interanual muestra que las brechas entre regiones persisten a lo largo del tiempo (2017–2025), lo que indica que no son diferencias puntuales sino que se mantienen en el tiempo.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y limitaciones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mejoraría el análisis?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C7BB6"/>
          </a:solidFill>
          <a:ln w="12700">
            <a:solidFill>
              <a:srgbClr val="2C7B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espacial más preciso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la distancia por ruta real en vez de en línea recta, lo que daría una mejor aproximación del costo logístico.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impositivas explícitas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965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datos de impuestos provinciales para poder separar mejor el efecto impositivo del logístico.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competencia local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cuántas estaciones hay en cada zona para estimar si la competencia local afecta el precio.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8803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4F7FB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9718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7B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series de tiempo completas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con datos mensuales por provincia para analizar cómo evolucionan los precios en el tiempo.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   ·   Grupo 2 — FCE-UBA 2025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— Ciencia de Datos para Economía y Negocios — FCE-UBA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Giganti · Maidana · Tannenbaum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Secretaría de Energía — Res. 314/2016 (datos.gob.ar)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Precios de Combustible — Grupo 2</dc:title>
  <dc:subject>PptxGenJS Presentation</dc:subject>
  <dc:creator>PptxGenJS</dc:creator>
  <cp:lastModifiedBy>PptxGenJS</cp:lastModifiedBy>
  <cp:revision>1</cp:revision>
  <dcterms:created xsi:type="dcterms:W3CDTF">2026-06-26T23:43:17Z</dcterms:created>
  <dcterms:modified xsi:type="dcterms:W3CDTF">2026-06-26T23:43:17Z</dcterms:modified>
</cp:coreProperties>
</file>